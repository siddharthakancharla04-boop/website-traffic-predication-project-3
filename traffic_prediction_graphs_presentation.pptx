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1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6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96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7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7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9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1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8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7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9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19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277589"/>
          </a:xfrm>
        </p:spPr>
        <p:txBody>
          <a:bodyPr/>
          <a:lstStyle/>
          <a:p>
            <a:r>
              <a:t>Website Traffic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7" y="4596713"/>
            <a:ext cx="7750551" cy="1359244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 smtClean="0"/>
              <a:t>          </a:t>
            </a:r>
            <a:r>
              <a:rPr sz="7200" dirty="0" smtClean="0"/>
              <a:t>Machine </a:t>
            </a:r>
            <a:r>
              <a:rPr sz="7200" dirty="0"/>
              <a:t>Learning Project </a:t>
            </a:r>
            <a:r>
              <a:rPr sz="7200" dirty="0" smtClean="0"/>
              <a:t>Presentation</a:t>
            </a:r>
            <a:endParaRPr lang="en-US" sz="7200" dirty="0" smtClean="0"/>
          </a:p>
          <a:p>
            <a:r>
              <a:rPr lang="en-US" sz="5600" dirty="0" smtClean="0"/>
              <a:t>                              Name :  </a:t>
            </a:r>
            <a:r>
              <a:rPr lang="en-US" sz="5600" dirty="0" err="1" smtClean="0"/>
              <a:t>K.Siddhartha</a:t>
            </a:r>
            <a:endParaRPr lang="en-US" sz="5600" dirty="0" smtClean="0"/>
          </a:p>
          <a:p>
            <a:r>
              <a:rPr lang="en-US" sz="5600" dirty="0" smtClean="0"/>
              <a:t>                           </a:t>
            </a:r>
            <a:r>
              <a:rPr lang="en-US" sz="5600" dirty="0" smtClean="0"/>
              <a:t>  </a:t>
            </a:r>
            <a:r>
              <a:rPr lang="en-US" sz="5600" dirty="0" smtClean="0"/>
              <a:t>Course  : data science</a:t>
            </a:r>
          </a:p>
          <a:p>
            <a:r>
              <a:rPr lang="en-US" sz="5600" dirty="0" smtClean="0"/>
              <a:t>                         </a:t>
            </a:r>
            <a:r>
              <a:rPr lang="en-US" sz="5600" dirty="0" smtClean="0"/>
              <a:t>Company  </a:t>
            </a:r>
            <a:r>
              <a:rPr lang="en-US" sz="5600" dirty="0" smtClean="0"/>
              <a:t>: </a:t>
            </a:r>
            <a:r>
              <a:rPr lang="en-US" sz="5600" dirty="0" err="1" smtClean="0"/>
              <a:t>Inno</a:t>
            </a:r>
            <a:r>
              <a:rPr lang="en-US" sz="5600" dirty="0" smtClean="0"/>
              <a:t> fortune it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machine learning model that can predict future website traffic based on historical data.</a:t>
            </a:r>
          </a:p>
          <a:p>
            <a:r>
              <a:rPr lang="en-US" dirty="0"/>
              <a:t>Predict website traffic using machine learning techniques.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4526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and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Python</a:t>
            </a:r>
          </a:p>
          <a:p>
            <a:r>
              <a:rPr lang="en-US" dirty="0" smtClean="0"/>
              <a:t> Pandas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Numpy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 err="1" smtClean="0"/>
              <a:t>Matplotlib</a:t>
            </a:r>
            <a:endParaRPr lang="en-US" dirty="0"/>
          </a:p>
          <a:p>
            <a:r>
              <a:rPr lang="en-US" dirty="0" err="1" smtClean="0"/>
              <a:t>Scikit</a:t>
            </a:r>
            <a:r>
              <a:rPr lang="en-US" dirty="0" smtClean="0"/>
              <a:t>-learn</a:t>
            </a:r>
            <a:endParaRPr lang="en-US" dirty="0"/>
          </a:p>
          <a:p>
            <a:r>
              <a:rPr lang="en-US" dirty="0" err="1" smtClean="0"/>
              <a:t>Jupyter</a:t>
            </a:r>
            <a:r>
              <a:rPr lang="en-US" dirty="0" smtClean="0"/>
              <a:t> Notebook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56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 vs Visitors</a:t>
            </a:r>
          </a:p>
        </p:txBody>
      </p:sp>
      <p:pic>
        <p:nvPicPr>
          <p:cNvPr id="3" name="Picture 2" descr="b7fe5c66-2c2a-4bde-bbfa-16f6607ced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72" y="1865869"/>
            <a:ext cx="6565557" cy="4180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Website Traffic vs Marketing Spend</a:t>
            </a:r>
          </a:p>
        </p:txBody>
      </p:sp>
      <p:pic>
        <p:nvPicPr>
          <p:cNvPr id="3" name="Picture 2" descr="58c11b66-ac6e-4c13-9a17-9eae610424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71" y="1931772"/>
            <a:ext cx="646181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Polynomial Regression Prediction</a:t>
            </a:r>
          </a:p>
        </p:txBody>
      </p:sp>
      <p:pic>
        <p:nvPicPr>
          <p:cNvPr id="3" name="Picture 2" descr="9e3a9c98-03c8-45e5-aecb-7252d2b14b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22" y="1882345"/>
            <a:ext cx="5593492" cy="4343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187969"/>
          </a:xfrm>
        </p:spPr>
        <p:txBody>
          <a:bodyPr/>
          <a:lstStyle/>
          <a:p>
            <a:r>
              <a:rPr lang="en-US" dirty="0"/>
              <a:t>Actual vs Predicted Traffic</a:t>
            </a:r>
          </a:p>
        </p:txBody>
      </p:sp>
      <p:pic>
        <p:nvPicPr>
          <p:cNvPr id="3" name="Picture 2" descr="predicted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076" y="1845276"/>
            <a:ext cx="6219568" cy="447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2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model predicts website traffic trends using machine learning and regression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</TotalTime>
  <Words>93</Words>
  <Application>Microsoft Office PowerPoint</Application>
  <PresentationFormat>On-screen Show (4:3)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Website Traffic Prediction</vt:lpstr>
      <vt:lpstr>Project Objective</vt:lpstr>
      <vt:lpstr>Tools and Technologies</vt:lpstr>
      <vt:lpstr>Sessions vs Visitors</vt:lpstr>
      <vt:lpstr>Website Traffic vs Marketing Spend</vt:lpstr>
      <vt:lpstr>Polynomial Regression Prediction</vt:lpstr>
      <vt:lpstr>Actual vs Predicted Traffic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Traffic Prediction</dc:title>
  <dc:subject/>
  <dc:creator/>
  <cp:keywords/>
  <dc:description>generated using python-pptx</dc:description>
  <cp:lastModifiedBy>Windows User</cp:lastModifiedBy>
  <cp:revision>5</cp:revision>
  <dcterms:created xsi:type="dcterms:W3CDTF">2013-01-27T09:14:16Z</dcterms:created>
  <dcterms:modified xsi:type="dcterms:W3CDTF">2026-03-16T08:53:52Z</dcterms:modified>
  <cp:category/>
</cp:coreProperties>
</file>